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-274320"/>
            <a:ext cx="3291840" cy="3291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297680"/>
            <a:ext cx="2743200" cy="2743200"/>
          </a:xfrm>
          <a:prstGeom prst="ellipse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0"/>
            <a:ext cx="1828800" cy="1828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383280" cy="411480"/>
          </a:xfrm>
          <a:prstGeom prst="roundRect">
            <a:avLst>
              <a:gd name="adj" fmla="val 3333333333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12984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✦  HRO Group  ·  2026.06.01 入职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20240"/>
            <a:ext cx="6675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解锁三位新成员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175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AAACC"/>
                </a:solidFill>
              </a:rPr>
              <a:t>他们不是简历，他们是故事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206240"/>
            <a:ext cx="2286000" cy="1280160"/>
          </a:xfrm>
          <a:prstGeom prst="roundRect">
            <a:avLst>
              <a:gd name="adj" fmla="val 1071428571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4206240"/>
            <a:ext cx="2286000" cy="109728"/>
          </a:xfrm>
          <a:prstGeom prst="roundRect">
            <a:avLst>
              <a:gd name="adj" fmla="val 500000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37083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63FF"/>
                </a:solidFill>
              </a:rPr>
              <a:t>安子玥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9194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CC"/>
                </a:solidFill>
              </a:rPr>
              <a:t>法务专员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206240"/>
            <a:ext cx="2286000" cy="1280160"/>
          </a:xfrm>
          <a:prstGeom prst="roundRect">
            <a:avLst>
              <a:gd name="adj" fmla="val 1071428571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4206240"/>
            <a:ext cx="2286000" cy="109728"/>
          </a:xfrm>
          <a:prstGeom prst="roundRect">
            <a:avLst>
              <a:gd name="adj" fmla="val 500000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437083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6B"/>
                </a:solidFill>
              </a:rPr>
              <a:t>陈  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9194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CC"/>
                </a:solidFill>
              </a:rPr>
              <a:t>管培生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206240"/>
            <a:ext cx="2286000" cy="1280160"/>
          </a:xfrm>
          <a:prstGeom prst="roundRect">
            <a:avLst>
              <a:gd name="adj" fmla="val 1071428571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0" y="4206240"/>
            <a:ext cx="2286000" cy="109728"/>
          </a:xfrm>
          <a:prstGeom prst="roundRect">
            <a:avLst>
              <a:gd name="adj" fmla="val 5000000000"/>
            </a:avLst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37083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3E97B"/>
                </a:solidFill>
              </a:rPr>
              <a:t>陈双杰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9194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CC"/>
                </a:solidFill>
              </a:rPr>
              <a:t>账务专员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CC"/>
                </a:solidFill>
              </a:rP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NEW MEMBER  01 / 03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097280"/>
            <a:ext cx="2011680" cy="20116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1828800" cy="1828800"/>
          </a:xfrm>
          <a:prstGeom prst="ellipse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19072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C63FF"/>
                </a:solidFill>
              </a:rPr>
              <a:t>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46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安子玥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023360"/>
            <a:ext cx="1920240" cy="347472"/>
          </a:xfrm>
          <a:prstGeom prst="roundRect">
            <a:avLst>
              <a:gd name="adj" fmla="val 3947368421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0325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法务专员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457200"/>
            <a:ext cx="27432" cy="5943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4114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CC"/>
                </a:solidFill>
              </a:rPr>
              <a:t>"  代码会过时，但法律让规则永远有效  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9144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法律人的三重铠甲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6459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🎓  学历背景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029968"/>
            <a:ext cx="8869680" cy="402336"/>
          </a:xfrm>
          <a:prstGeom prst="roundRect">
            <a:avLst>
              <a:gd name="adj" fmla="val 3409090909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07568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▶  上海师范大学  |  法律（法学）硕士 · 在读  |  2024–2026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505456"/>
            <a:ext cx="8869680" cy="402336"/>
          </a:xfrm>
          <a:prstGeom prst="roundRect">
            <a:avLst>
              <a:gd name="adj" fmla="val 3409090909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55117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▶  山东政法学院  |  法学本科 · 通过法考A证  |  2020–2024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127248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💼  实习亮点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520440"/>
            <a:ext cx="8869680" cy="713232"/>
          </a:xfrm>
          <a:prstGeom prst="roundRect">
            <a:avLst>
              <a:gd name="adj" fmla="val 1923076923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357530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嘉驰国际·法务专员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86791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CC"/>
                </a:solidFill>
              </a:rPr>
              <a:t>日审合同8-10份｜识别风险点150+个，准确率95%｜协助IPO合规整改25处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4325112"/>
            <a:ext cx="8869680" cy="713232"/>
          </a:xfrm>
          <a:prstGeom prst="roundRect">
            <a:avLst>
              <a:gd name="adj" fmla="val 1923076923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43799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两家律所·助理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2584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CC"/>
                </a:solidFill>
              </a:rPr>
              <a:t>撰写法律文书30+份｜会见当事人18次｜案件研讨建议采纳率60%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1663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🏅  资质证书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5559552"/>
            <a:ext cx="2011680" cy="320040"/>
          </a:xfrm>
          <a:prstGeom prst="roundRect">
            <a:avLst>
              <a:gd name="adj" fmla="val 4285714285"/>
            </a:avLst>
          </a:prstGeom>
          <a:solidFill>
            <a:srgbClr val="2A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556869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6C63FF"/>
                </a:solidFill>
              </a:rPr>
              <a:t>法律职业资格A证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5559552"/>
            <a:ext cx="2011680" cy="320040"/>
          </a:xfrm>
          <a:prstGeom prst="roundRect">
            <a:avLst>
              <a:gd name="adj" fmla="val 4285714285"/>
            </a:avLst>
          </a:prstGeom>
          <a:solidFill>
            <a:srgbClr val="2A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556869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6C63FF"/>
                </a:solidFill>
              </a:rPr>
              <a:t>期货从业资格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5559552"/>
            <a:ext cx="2011680" cy="320040"/>
          </a:xfrm>
          <a:prstGeom prst="roundRect">
            <a:avLst>
              <a:gd name="adj" fmla="val 4285714285"/>
            </a:avLst>
          </a:prstGeom>
          <a:solidFill>
            <a:srgbClr val="2A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556869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6C63FF"/>
                </a:solidFill>
              </a:rPr>
              <a:t>基金从业资格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64040" y="5559552"/>
            <a:ext cx="2011680" cy="320040"/>
          </a:xfrm>
          <a:prstGeom prst="roundRect">
            <a:avLst>
              <a:gd name="adj" fmla="val 4285714285"/>
            </a:avLst>
          </a:prstGeom>
          <a:solidFill>
            <a:srgbClr val="2A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556869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6C63FF"/>
                </a:solidFill>
              </a:rPr>
              <a:t>IELTS 6.5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CC"/>
                </a:solidFill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NEW MEMBER  02 / 03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097280"/>
            <a:ext cx="2011680" cy="20116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1828800" cy="1828800"/>
          </a:xfrm>
          <a:prstGeom prst="ellipse">
            <a:avLst/>
          </a:prstGeom>
          <a:solidFill>
            <a:srgbClr val="4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19072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6B6B"/>
                </a:solidFill>
              </a:rPr>
              <a:t>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46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陈  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023360"/>
            <a:ext cx="2194560" cy="347472"/>
          </a:xfrm>
          <a:prstGeom prst="roundRect">
            <a:avLst>
              <a:gd name="adj" fmla="val 3947368421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032504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账务管培生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457200"/>
            <a:ext cx="27432" cy="5943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4114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CC"/>
                </a:solidFill>
              </a:rPr>
              <a:t>"  广告人懂人心，数据人懂真相——她两者兼备  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9144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跨界融合的数据新星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62763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🎓  学历背景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011680"/>
            <a:ext cx="8869680" cy="402336"/>
          </a:xfrm>
          <a:prstGeom prst="roundRect">
            <a:avLst>
              <a:gd name="adj" fmla="val 3409090909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066543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▶  复旦大学  |  广告学 本科  |  2022–2026   ·   辅修：数据智能与商业决策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578608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🔬  项目亮点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980944"/>
            <a:ext cx="8869680" cy="566928"/>
          </a:xfrm>
          <a:prstGeom prst="roundRect">
            <a:avLst>
              <a:gd name="adj" fmla="val 2419354838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302666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6B6B"/>
                </a:solidFill>
              </a:rPr>
              <a:t>复旦找搭子平台·数据库设计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273552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独立完成需求→ER图→SQL建表全链路；Hi-Agent 接入大模型实现自然语言转 SQL 智能问答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3639311"/>
            <a:ext cx="8869680" cy="566928"/>
          </a:xfrm>
          <a:prstGeom prst="roundRect">
            <a:avLst>
              <a:gd name="adj" fmla="val 2419354838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685031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6B6B"/>
                </a:solidFill>
              </a:rPr>
              <a:t>GLP-1新药销售反馈·数据分析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931919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2万+用户评论去重清洗＋大模型打分；计算 Kappa/ICC/MAE 一致性指标，噪声数据规律洞察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4297679"/>
            <a:ext cx="8869680" cy="566928"/>
          </a:xfrm>
          <a:prstGeom prst="roundRect">
            <a:avLst>
              <a:gd name="adj" fmla="val 2419354838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434339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6B6B"/>
                </a:solidFill>
              </a:rPr>
              <a:t>零售关联规则挖掘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590287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13万+订单 Apriori &amp; FP-Growth 双算法；生成43条强关联规则，提出组合促销与库存优化建议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974336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CC"/>
                </a:solidFill>
              </a:rPr>
              <a:t>⚡  核心技能：Python · SQL · Pandas · Matplotlib · Deepseek大模型 · 关联规则挖掘 · 数据库设计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5394960"/>
            <a:ext cx="8869680" cy="530352"/>
          </a:xfrm>
          <a:prstGeom prst="roundRect">
            <a:avLst>
              <a:gd name="adj" fmla="val 2586206896"/>
            </a:avLst>
          </a:prstGeom>
          <a:solidFill>
            <a:srgbClr val="3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80" y="5449824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6B6B"/>
                </a:solidFill>
              </a:rPr>
              <a:t>👋  欢迎陈锦正式加入 HRO Group！广告思维 × 数据能力，期待看到她的独特视角。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CC"/>
                </a:solidFill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NEW MEMBER  03 / 03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097280"/>
            <a:ext cx="2011680" cy="20116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1828800" cy="1828800"/>
          </a:xfrm>
          <a:prstGeom prst="ellipse">
            <a:avLst/>
          </a:prstGeom>
          <a:solidFill>
            <a:srgbClr val="1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19072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3E97B"/>
                </a:solidFill>
              </a:rPr>
              <a:t>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46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陈双杰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023360"/>
            <a:ext cx="2011680" cy="347472"/>
          </a:xfrm>
          <a:prstGeom prst="roundRect">
            <a:avLst>
              <a:gd name="adj" fmla="val 3947368421"/>
            </a:avLst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032504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账务专员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457200"/>
            <a:ext cx="27432" cy="5943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4114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CC"/>
                </a:solidFill>
              </a:rPr>
              <a:t>"  用数据看穿数字背后的故事  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9144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数据驱动的账务新力量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62763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E97B"/>
                </a:solidFill>
              </a:rPr>
              <a:t>🎓  学历背景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011680"/>
            <a:ext cx="8869680" cy="402336"/>
          </a:xfrm>
          <a:prstGeom prst="roundRect">
            <a:avLst>
              <a:gd name="adj" fmla="val 3409090909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066543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▶  上海海事大学  |  大数据管理与应用 本科  |  2022–2026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578608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E97B"/>
                </a:solidFill>
              </a:rPr>
              <a:t>📊  学业亮点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980944"/>
            <a:ext cx="2057400" cy="640080"/>
          </a:xfrm>
          <a:prstGeom prst="roundRect">
            <a:avLst>
              <a:gd name="adj" fmla="val 2142857142"/>
            </a:avLst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3017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E97B"/>
                </a:solidFill>
              </a:rPr>
              <a:t>GPA 3.61/4.0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337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CC"/>
                </a:solidFill>
              </a:rPr>
              <a:t>专业前 16%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0368" y="2980944"/>
            <a:ext cx="2057400" cy="640080"/>
          </a:xfrm>
          <a:prstGeom prst="roundRect">
            <a:avLst>
              <a:gd name="adj" fmla="val 2142857142"/>
            </a:avLst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0368" y="3017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E97B"/>
                </a:solidFill>
              </a:rPr>
              <a:t>上海市优秀毕业生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337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CC"/>
                </a:solidFill>
              </a:rPr>
              <a:t>最高荣誉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43216" y="2980944"/>
            <a:ext cx="2057400" cy="640080"/>
          </a:xfrm>
          <a:prstGeom prst="roundRect">
            <a:avLst>
              <a:gd name="adj" fmla="val 2142857142"/>
            </a:avLst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6" y="3017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E97B"/>
                </a:solidFill>
              </a:rPr>
              <a:t>特等奖学金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3337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CC"/>
                </a:solidFill>
              </a:rPr>
              <a:t>1次获奖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56064" y="2980944"/>
            <a:ext cx="2057400" cy="640080"/>
          </a:xfrm>
          <a:prstGeom prst="roundRect">
            <a:avLst>
              <a:gd name="adj" fmla="val 2142857142"/>
            </a:avLst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56064" y="3017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E97B"/>
                </a:solidFill>
              </a:rPr>
              <a:t>CET-6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6064" y="3337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CC"/>
                </a:solidFill>
              </a:rPr>
              <a:t>英语过级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749039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E97B"/>
                </a:solidFill>
              </a:rPr>
              <a:t>💼  实习亮点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4142232"/>
            <a:ext cx="8869680" cy="713232"/>
          </a:xfrm>
          <a:prstGeom prst="roundRect">
            <a:avLst>
              <a:gd name="adj" fmla="val 1923076923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80" y="41970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E97B"/>
                </a:solidFill>
              </a:rPr>
              <a:t>上海临港新科园·数据挖掘实习生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489704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CC"/>
                </a:solidFill>
              </a:rPr>
              <a:t>利用算法模型精准定位目标企业画像，大幅降低园区获客成本，提升招商转化效率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4946904"/>
            <a:ext cx="8869680" cy="713232"/>
          </a:xfrm>
          <a:prstGeom prst="roundRect">
            <a:avLst>
              <a:gd name="adj" fmla="val 1923076923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80" y="50017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E97B"/>
                </a:solidFill>
              </a:rPr>
              <a:t>电商客户行为分析项目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5294376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CC"/>
                </a:solidFill>
              </a:rPr>
              <a:t>AUC-ROC 0.89 的订阅预测模型｜K-means 四大客群聚类｜应用抖音/小红书实现盈利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580644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</a:rPr>
              <a:t>⚡  核心技能：Python · Pandas · Scikit-learn · SQL · Excel高级 · R语言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CC"/>
                </a:solidFill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